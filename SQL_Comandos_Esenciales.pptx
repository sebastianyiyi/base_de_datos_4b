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09560" y="27432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27432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68580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09560" y="68580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685800"/>
            <a:ext cx="109728" cy="109728"/>
          </a:xfrm>
          <a:prstGeom prst="ellipse">
            <a:avLst/>
          </a:prstGeom>
          <a:solidFill>
            <a:srgbClr val="00C9A7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9144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BASES DE DATOS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685800" y="2651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Esenciales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•   WHERE   •   ORDER BY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480560"/>
            <a:ext cx="3657600" cy="36576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consultar bases de datos fácilmente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SQL?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Query Language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91440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es el lenguaje que usamos para hablar con una base de datos.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él podemos buscar, filtrar y ordenar información almacenada en tablas.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60320"/>
            <a:ext cx="2651760" cy="50292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SELECT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qué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ver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256032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560320"/>
            <a:ext cx="265176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🔽  WHERE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las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que quieres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256032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560320"/>
            <a:ext cx="2651760" cy="5029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↕️  ORDER BY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31546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los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qué datos ver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¿Qué 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399032"/>
            <a:ext cx="4114800" cy="7955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qué columnas quieres mostrar de una tabla. El * significa "todo".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¿Cómo usarlo?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2679192"/>
            <a:ext cx="3977640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columna1, columna2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nombre_tabla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Usa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seleccionar todas las columnas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Tabla: estudiantes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023360" cy="100584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731520"/>
                <a:gridCol w="164592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663440" y="2606040"/>
            <a:ext cx="4206240" cy="868680"/>
          </a:xfrm>
          <a:prstGeom prst="rect">
            <a:avLst/>
          </a:prstGeom>
          <a:solidFill>
            <a:srgbClr val="141D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00600" y="2651760"/>
            <a:ext cx="39776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 carrera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356616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6344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904488"/>
          <a:ext cx="4023360" cy="8686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resultados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¿Qué 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399032"/>
            <a:ext cx="4114800" cy="7955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una condición para filtrar solo las filas que cumplan un criterio específico.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¿Cómo usarlo?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2679192"/>
            <a:ext cx="3977640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 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'valor'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4114800" cy="100584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comunes: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igual    </a:t>
            </a:r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mayor que    </a:t>
            </a:r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menor que
</a:t>
            </a:r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distinto    </a:t>
            </a:r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/ también    </a:t>
            </a:r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/ cualquiera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Tabla: estudiantes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023360" cy="100584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731520"/>
                <a:gridCol w="164592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663440" y="2606040"/>
            <a:ext cx="4206240" cy="868680"/>
          </a:xfrm>
          <a:prstGeom prst="rect">
            <a:avLst/>
          </a:prstGeom>
          <a:solidFill>
            <a:srgbClr val="141D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00600" y="2651760"/>
            <a:ext cx="39776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</a:t>
            </a:r>
            <a:pPr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356616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66344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 (solo edad &gt; 20):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904488"/>
          <a:ext cx="4023360" cy="86868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731520"/>
                <a:gridCol w="1645920"/>
              </a:tblGrid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BY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89120" y="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resultados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¿Qué 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399032"/>
            <a:ext cx="4114800" cy="7955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los resultados según una columna, de menor a mayor (ASC) o de mayor a menor (DESC).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¿Cómo usarlo?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2679192"/>
            <a:ext cx="3977640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 </a:t>
            </a:r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57600"/>
            <a:ext cx="192024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" y="400507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(A→Z  /  0→9)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36576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77440" y="3657600"/>
            <a:ext cx="192024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377440" y="400507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(Z→A  /  9→0)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206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Tabla: estudiantes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023360" cy="100584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731520"/>
                <a:gridCol w="164592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663440" y="2606040"/>
            <a:ext cx="4206240" cy="868680"/>
          </a:xfrm>
          <a:prstGeom prst="rect">
            <a:avLst/>
          </a:prstGeom>
          <a:solidFill>
            <a:srgbClr val="141D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00600" y="2651760"/>
            <a:ext cx="39776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</a:t>
            </a:r>
            <a:pPr indent="0" marL="0">
              <a:buNone/>
            </a:pPr>
            <a:r>
              <a:rPr lang="en-US" sz="13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</a:t>
            </a:r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663440" y="356616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66344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 (de menor a mayor edad):</a:t>
            </a:r>
            <a:endParaRPr lang="en-US" sz="11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904488"/>
          <a:ext cx="4023360" cy="86868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731520"/>
                <a:gridCol w="1645920"/>
              </a:tblGrid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¡Todo junto!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0" y="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los 3 comandos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2286000"/>
          </a:xfrm>
          <a:prstGeom prst="rect">
            <a:avLst/>
          </a:prstGeom>
          <a:solidFill>
            <a:srgbClr val="141D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Consulta completa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 edad
</a:t>
            </a:r>
            <a:pPr indent="0" marL="0">
              <a:buNone/>
            </a:pPr>
            <a:r>
              <a:rPr lang="en-US" sz="17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7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estudiantes
</a:t>
            </a:r>
            <a:pPr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</a:t>
            </a:r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7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
</a:t>
            </a:r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pPr indent="0" marL="0">
              <a:buNone/>
            </a:pPr>
            <a:r>
              <a:rPr lang="en-US" sz="1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</a:t>
            </a:r>
            <a:pPr indent="0" marL="0">
              <a:buNone/>
            </a:pPr>
            <a:r>
              <a:rPr lang="en-US" sz="17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3291840" cy="6583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097280"/>
            <a:ext cx="82296" cy="6583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1133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Mostramos nombre y edad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874520"/>
            <a:ext cx="3291840" cy="6583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1874520"/>
            <a:ext cx="82296" cy="658368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19110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2167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tabla estudiantes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651760"/>
            <a:ext cx="3291840" cy="6583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2651760"/>
            <a:ext cx="82296" cy="658368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26883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2944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que tienen más de 19 años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3429000"/>
            <a:ext cx="3291840" cy="6583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3429000"/>
            <a:ext cx="82296" cy="6583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34655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3721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Ordenados de mayor a menor edad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5029200" cy="1417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58768"/>
          <a:ext cx="4754880" cy="100584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365760"/>
            <a:ext cx="1645920" cy="1645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365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¡Ya dominas lo básico!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SELECT, WHERE y ORDER BY puedes hacer consultas poderosas.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1A6FD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74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0" y="34747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474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347472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3474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INSERT, UPDATE, DELETE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Comandos Esenciales</dc:title>
  <dc:subject>PptxGenJS Presentation</dc:subject>
  <dc:creator>PptxGenJS</dc:creator>
  <cp:lastModifiedBy>PptxGenJS</cp:lastModifiedBy>
  <cp:revision>1</cp:revision>
  <dcterms:created xsi:type="dcterms:W3CDTF">2026-05-18T21:23:48Z</dcterms:created>
  <dcterms:modified xsi:type="dcterms:W3CDTF">2026-05-18T21:23:48Z</dcterms:modified>
</cp:coreProperties>
</file>