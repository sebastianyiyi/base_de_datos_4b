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228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· Base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GROUP BY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HAVING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avanzadas en SQL — explicación profunda con ejemplos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5486400" cy="3657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Bases de Datos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datos de múltiples tablas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JOIN?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JOIN permite relacionar filas de dos o más tablas basándose en una columna común (clave). Es la esencia de las bases de datos relacionales.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D6FA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91440" cy="8229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176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6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filas con coincidencia en AMBAS tablas.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03120"/>
            <a:ext cx="914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176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487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filas de la tabla izquierda + coincidencias.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9144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82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filas de la tabla derecha + coincidencias.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1148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08960"/>
            <a:ext cx="914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182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JOIN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filas de ambas tablas (con o sin coincidencia).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8412480" cy="822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245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e.nombre, d.departamento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empleados e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</a:t>
            </a:r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departamentos d </a:t>
            </a:r>
            <a:pPr indent="0" marL="0"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e.dep_id = d.id;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Ejemplo Visual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292608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empleados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051560"/>
          <a:ext cx="292608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B4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8B4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RRHH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Finanzas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835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971800" y="1737360"/>
            <a:ext cx="5029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971800" y="17373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67512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→ INNER JOIN:</a:t>
            </a:r>
            <a:endParaRPr lang="en-US" sz="12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71600"/>
          <a:ext cx="2286000" cy="137160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RRHH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290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María — sin coincidencia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274320" y="2834640"/>
            <a:ext cx="8595360" cy="502920"/>
          </a:xfrm>
          <a:prstGeom prst="rect">
            <a:avLst/>
          </a:prstGeom>
          <a:solidFill>
            <a:srgbClr val="1C2E1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57200" y="28986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 LEFT JOIN, María aparecería con NULL en la columna 'depto' — no se pierde ninguna fila de la tabla izquierda.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74320" y="3474720"/>
            <a:ext cx="859536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LEFT JOIN: muestra todos los empleados aunque no tengan departamento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e.nombre,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COALESCE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(d.departamento, 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'Sin asignar'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depto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empleados e 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departamentos d  </a:t>
            </a:r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e.dep_id = d.id;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filas y calcular agregaciones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GROUP BY?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las filas que tienen el mismo valor en una columna, permitiendo aplicar funciones de agregación (COUNT, SUM, AVG, MAX, MIN) sobre cada grupo.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7432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filas en el grupo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148840"/>
            <a:ext cx="27432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SUM(col)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valores numéricos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27432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AVG(col)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grupo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7432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MAX(col)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273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máximo dentro del grupo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926080"/>
            <a:ext cx="27432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5584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MIN(col)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55848" y="3273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mínimo dentro del grupo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959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Ventas totales por vendedor: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vendedor, </a:t>
            </a:r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(monto) AS total, </a:t>
            </a:r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AS pedidos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4622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ventas 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67258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vendedor;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grupos después de agrupar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vs HAVING  —  diferencia clave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1463040"/>
          </a:xfrm>
          <a:prstGeom prst="rect">
            <a:avLst/>
          </a:prstGeom>
          <a:solidFill>
            <a:srgbClr val="0F1C3A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81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FILAS individuales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ANTES del GROUP BY.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usar funciones de agregación.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114800" cy="1463040"/>
          </a:xfrm>
          <a:prstGeom prst="rect">
            <a:avLst/>
          </a:prstGeom>
          <a:solidFill>
            <a:srgbClr val="2D200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581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1091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GRUPOS completos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10912" y="2286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DESPUÉS del GROUP BY.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usar COUNT, SUM, AVG, etc.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729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Vendedores con más de 3 pedidos Y ventas superiores a 5000: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vendedor,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(monto) AS total,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AS pedidos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48456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86791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 &gt;= 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'2024-01-01'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08736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30682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&gt; 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SUM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(monto) &gt; 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091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 de ejecución SQL:  </a:t>
            </a:r>
            <a:pPr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WHERE 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GROUP BY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HAVING </a:t>
            </a:r>
            <a:pPr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SELECT 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ORDER BY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SQL: JOIN, GROUP BY y HAVING</dc:title>
  <dc:subject>PptxGenJS Presentation</dc:subject>
  <dc:creator>PptxGenJS</dc:creator>
  <cp:lastModifiedBy>PptxGenJS</cp:lastModifiedBy>
  <cp:revision>1</cp:revision>
  <dcterms:created xsi:type="dcterms:W3CDTF">2026-05-18T01:20:22Z</dcterms:created>
  <dcterms:modified xsi:type="dcterms:W3CDTF">2026-05-18T01:20:22Z</dcterms:modified>
</cp:coreProperties>
</file>